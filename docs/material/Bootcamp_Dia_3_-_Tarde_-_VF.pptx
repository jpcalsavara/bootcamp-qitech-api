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36576000" cy="20574000"/>
  <p:notesSz cx="20574000" cy="365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horas e meia, seis blocos e uma pausa às 15:00. O bloco 01 é demonstração ao vivo, sem slides. O bloco 04 tem um exercício de 15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Primeiro a demonstração, depois o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demonstração (sem slides): 1) docker compose up -d e docker compose ps: API e banco de pé, o que vimos de manhã. 2) pytest -v: a lista de testes verde, cada nome lido em voz alta como uma frase de comportamento. 3) Abrir um teste e mostrar que ele só faz HTTP: não importa nada de src/. 4) Quebrar uma regra de propósito no controller (comentar o if do CPF duplicado). 5) pytest -v de novo: vermelho, e o nome do teste diz qual comportamento sumiu. 6) Desfazer, rodar, verde. Voltar para o slide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Dois passos para trás: o raciocínio antes da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essa mentalidade importa aqui: mudamos rápido, movimentamos dinheiro de parceiros e o time cresce. Testar antes é o que sustenta os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Gancho: dois jeitos de testar a mesma regra. Os próximos slides explicam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o tipo de teste que eles já conhecem da faculdade. Ele não é errado: é pequeno.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central da tarde. Black box = caixa-preta: o teste não sabe o que tem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CPF com o último dígito errado, testado dos dois jeitos. O da direita passa pelo token, pelo schema, pelo controller e pelo formato de erro de src/errors/handlers.py. CONFIRMAR o status que o base-service usa para InvalidDocumentNumber em src/errors/custom_errors.py (aqui está 422 como exemplo).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linha é a decisão da QI Tech: o teste principal é o black box; o unitário entra onde existe uma conta difícil e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Três passos, cada um começando com um teste vermelho. Entidade: Customer, do projeto do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TDD é o método; black box é o tipo de teste. Juntos, a feature sai testada para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se repete a cada comportamento novo, não a cada feature. Uma rota pode ter dez voltas.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os três passos têm em comum. Prepara-age-confere também é conhecido como Arrange-Act-Assert.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30 minutos. Voltar pontualmente às 15:30.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Regra de negócio = if no controller. Cada if nasce de um teste vermelho.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'barra' da RFC vira pelo menos um teste. O da transferência é o coração: transfere e confere os dois saldos e a tarifa. As regras são exemplos do documento do projeto; cada grupo escolhe as suas.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30 minutos. Voltar pontualmente às 15:30.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Retoma o connector do Dia 2 (src/connectors/bureau.py), agora do lado do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rede de restaurantes: cada casa é avaliada sozinha, com um ator no telefone de cada fornecedor, inclusive quando o fornecedor é outra casa da rede. O custo é o contrato: se o vizinho muda o formato, o roteiro fica velho.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Continuação da analogia do Dia 2: o connector é o telefone da cozinha para o fornecedor. Onde a analogia quebra: o ator não se cansa, atende mil ligações por segundo e esquece tudo no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Homologação: uma cópia do sistema, compartilhada entre times, para testar antes de produção. Com Docker e Mockserver, cada desenvolvedor tem a sua, descartável, no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30 minutos. Voltar pontualmente às 15:30.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de cima para baixo. 1: o teste combina o roteiro. 2: o teste chama a API pela porta da frente. 3 e 4: a API liga para o que acha que é o birô, e o ator responde o combinado. 5: a API devolve para o teste. 6: o teste pergunta ao ator se a ligação aconteceu.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pergunta por peça. A coluna da direita é a que separa peças vizinhas.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0: a pergunta grande, o ciclo e a analogia-mestre. A linha de cima é o método (TDD); a de baixo é o que roda quando o teste roda. Voltar a esta tela sempre que alguém se perder.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para levar. Serve de regra de decisão para saber se uma feature está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image" Target="../media/image-1-7.jpeg"/><Relationship Id="rId8" Type="http://schemas.openxmlformats.org/officeDocument/2006/relationships/image" Target="../media/image-1-8.jpeg"/><Relationship Id="rId9" Type="http://schemas.openxmlformats.org/officeDocument/2006/relationships/image" Target="../media/image-1-9.jpeg"/><Relationship Id="rId10" Type="http://schemas.openxmlformats.org/officeDocument/2006/relationships/image" Target="../media/image-1-10.jpeg"/><Relationship Id="rId11" Type="http://schemas.openxmlformats.org/officeDocument/2006/relationships/image" Target="../media/image-1-11.jpeg"/><Relationship Id="rId12" Type="http://schemas.openxmlformats.org/officeDocument/2006/relationships/image" Target="../media/image-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image" Target="../media/image-2-6.jpeg"/><Relationship Id="rId7" Type="http://schemas.openxmlformats.org/officeDocument/2006/relationships/image" Target="../media/image-2-7.jpeg"/><Relationship Id="rId8" Type="http://schemas.openxmlformats.org/officeDocument/2006/relationships/image" Target="../media/image-2-8.jpeg"/><Relationship Id="rId9" Type="http://schemas.openxmlformats.org/officeDocument/2006/relationships/image" Target="../media/image-2-9.jpeg"/><Relationship Id="rId10" Type="http://schemas.openxmlformats.org/officeDocument/2006/relationships/image" Target="../media/image-2-10.jpeg"/><Relationship Id="rId11" Type="http://schemas.openxmlformats.org/officeDocument/2006/relationships/image" Target="../media/image-2-11.jpeg"/><Relationship Id="rId12" Type="http://schemas.openxmlformats.org/officeDocument/2006/relationships/image" Target="../media/image-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jpeg"/><Relationship Id="rId8" Type="http://schemas.openxmlformats.org/officeDocument/2006/relationships/image" Target="../media/image-3-8.jpeg"/><Relationship Id="rId9" Type="http://schemas.openxmlformats.org/officeDocument/2006/relationships/image" Target="../media/image-3-9.jpeg"/><Relationship Id="rId10" Type="http://schemas.openxmlformats.org/officeDocument/2006/relationships/image" Target="../media/image-3-10.jpeg"/><Relationship Id="rId11" Type="http://schemas.openxmlformats.org/officeDocument/2006/relationships/image" Target="../media/image-3-11.jpeg"/><Relationship Id="rId12" Type="http://schemas.openxmlformats.org/officeDocument/2006/relationships/image" Target="../media/image-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jpeg"/><Relationship Id="rId7" Type="http://schemas.openxmlformats.org/officeDocument/2006/relationships/image" Target="../media/image-4-7.jpeg"/><Relationship Id="rId8" Type="http://schemas.openxmlformats.org/officeDocument/2006/relationships/image" Target="../media/image-4-8.jpeg"/><Relationship Id="rId9" Type="http://schemas.openxmlformats.org/officeDocument/2006/relationships/image" Target="../media/image-4-9.jpeg"/><Relationship Id="rId10" Type="http://schemas.openxmlformats.org/officeDocument/2006/relationships/image" Target="../media/image-4-10.jpeg"/><Relationship Id="rId11" Type="http://schemas.openxmlformats.org/officeDocument/2006/relationships/image" Target="../media/image-4-11.jpeg"/><Relationship Id="rId12" Type="http://schemas.openxmlformats.org/officeDocument/2006/relationships/image" Target="../media/image-4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image" Target="../media/image-5-8.jpeg"/><Relationship Id="rId9" Type="http://schemas.openxmlformats.org/officeDocument/2006/relationships/image" Target="../media/image-5-9.jpeg"/><Relationship Id="rId10" Type="http://schemas.openxmlformats.org/officeDocument/2006/relationships/image" Target="../media/image-5-10.jpeg"/><Relationship Id="rId11" Type="http://schemas.openxmlformats.org/officeDocument/2006/relationships/image" Target="../media/image-5-11.jpeg"/><Relationship Id="rId12" Type="http://schemas.openxmlformats.org/officeDocument/2006/relationships/image" Target="../media/image-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image" Target="../media/image-6-7.jpeg"/><Relationship Id="rId8" Type="http://schemas.openxmlformats.org/officeDocument/2006/relationships/image" Target="../media/image-6-8.jpeg"/><Relationship Id="rId9" Type="http://schemas.openxmlformats.org/officeDocument/2006/relationships/image" Target="../media/image-6-9.jpeg"/><Relationship Id="rId10" Type="http://schemas.openxmlformats.org/officeDocument/2006/relationships/image" Target="../media/image-6-10.jpeg"/><Relationship Id="rId11" Type="http://schemas.openxmlformats.org/officeDocument/2006/relationships/image" Target="../media/image-6-11.jpeg"/><Relationship Id="rId12" Type="http://schemas.openxmlformats.org/officeDocument/2006/relationships/image" Target="../media/image-6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image" Target="../media/image-7-7.jpeg"/><Relationship Id="rId8" Type="http://schemas.openxmlformats.org/officeDocument/2006/relationships/image" Target="../media/image-7-8.jpeg"/><Relationship Id="rId9" Type="http://schemas.openxmlformats.org/officeDocument/2006/relationships/image" Target="../media/image-7-9.jpeg"/><Relationship Id="rId10" Type="http://schemas.openxmlformats.org/officeDocument/2006/relationships/image" Target="../media/image-7-10.jpeg"/><Relationship Id="rId11" Type="http://schemas.openxmlformats.org/officeDocument/2006/relationships/image" Target="../media/image-7-11.jpeg"/><Relationship Id="rId12" Type="http://schemas.openxmlformats.org/officeDocument/2006/relationships/image" Target="../media/image-7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image" Target="../media/image-8-7.jpeg"/><Relationship Id="rId8" Type="http://schemas.openxmlformats.org/officeDocument/2006/relationships/image" Target="../media/image-8-8.jpeg"/><Relationship Id="rId9" Type="http://schemas.openxmlformats.org/officeDocument/2006/relationships/image" Target="../media/image-8-9.jpeg"/><Relationship Id="rId10" Type="http://schemas.openxmlformats.org/officeDocument/2006/relationships/image" Target="../media/image-8-10.jpeg"/><Relationship Id="rId11" Type="http://schemas.openxmlformats.org/officeDocument/2006/relationships/image" Target="../media/image-8-11.jpeg"/><Relationship Id="rId12" Type="http://schemas.openxmlformats.org/officeDocument/2006/relationships/image" Target="../media/image-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image" Target="../media/image-9-7.jpeg"/><Relationship Id="rId8" Type="http://schemas.openxmlformats.org/officeDocument/2006/relationships/image" Target="../media/image-9-8.jpeg"/><Relationship Id="rId9" Type="http://schemas.openxmlformats.org/officeDocument/2006/relationships/image" Target="../media/image-9-9.jpeg"/><Relationship Id="rId10" Type="http://schemas.openxmlformats.org/officeDocument/2006/relationships/image" Target="../media/image-9-10.jpeg"/><Relationship Id="rId11" Type="http://schemas.openxmlformats.org/officeDocument/2006/relationships/image" Target="../media/image-9-11.jpeg"/><Relationship Id="rId12" Type="http://schemas.openxmlformats.org/officeDocument/2006/relationships/image" Target="../media/image-9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image" Target="../media/image-10-6.jpeg"/><Relationship Id="rId7" Type="http://schemas.openxmlformats.org/officeDocument/2006/relationships/image" Target="../media/image-10-7.jpeg"/><Relationship Id="rId8" Type="http://schemas.openxmlformats.org/officeDocument/2006/relationships/image" Target="../media/image-10-8.jpeg"/><Relationship Id="rId9" Type="http://schemas.openxmlformats.org/officeDocument/2006/relationships/image" Target="../media/image-10-9.jpeg"/><Relationship Id="rId10" Type="http://schemas.openxmlformats.org/officeDocument/2006/relationships/image" Target="../media/image-10-10.jpeg"/><Relationship Id="rId11" Type="http://schemas.openxmlformats.org/officeDocument/2006/relationships/image" Target="../media/image-10-11.jpeg"/><Relationship Id="rId12" Type="http://schemas.openxmlformats.org/officeDocument/2006/relationships/image" Target="../media/image-10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jpeg"/><Relationship Id="rId6" Type="http://schemas.openxmlformats.org/officeDocument/2006/relationships/image" Target="../media/image-11-6.jpeg"/><Relationship Id="rId7" Type="http://schemas.openxmlformats.org/officeDocument/2006/relationships/image" Target="../media/image-11-7.jpeg"/><Relationship Id="rId8" Type="http://schemas.openxmlformats.org/officeDocument/2006/relationships/image" Target="../media/image-11-8.jpeg"/><Relationship Id="rId9" Type="http://schemas.openxmlformats.org/officeDocument/2006/relationships/image" Target="../media/image-11-9.jpeg"/><Relationship Id="rId10" Type="http://schemas.openxmlformats.org/officeDocument/2006/relationships/image" Target="../media/image-11-10.jpeg"/><Relationship Id="rId11" Type="http://schemas.openxmlformats.org/officeDocument/2006/relationships/image" Target="../media/image-11-11.jpeg"/><Relationship Id="rId12" Type="http://schemas.openxmlformats.org/officeDocument/2006/relationships/image" Target="../media/image-1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image" Target="../media/image-12-5.jpeg"/><Relationship Id="rId6" Type="http://schemas.openxmlformats.org/officeDocument/2006/relationships/image" Target="../media/image-12-6.jpeg"/><Relationship Id="rId7" Type="http://schemas.openxmlformats.org/officeDocument/2006/relationships/image" Target="../media/image-12-7.jpeg"/><Relationship Id="rId8" Type="http://schemas.openxmlformats.org/officeDocument/2006/relationships/image" Target="../media/image-12-8.jpeg"/><Relationship Id="rId9" Type="http://schemas.openxmlformats.org/officeDocument/2006/relationships/image" Target="../media/image-12-9.jpeg"/><Relationship Id="rId10" Type="http://schemas.openxmlformats.org/officeDocument/2006/relationships/image" Target="../media/image-12-10.jpeg"/><Relationship Id="rId11" Type="http://schemas.openxmlformats.org/officeDocument/2006/relationships/image" Target="../media/image-12-11.jpeg"/><Relationship Id="rId12" Type="http://schemas.openxmlformats.org/officeDocument/2006/relationships/image" Target="../media/image-1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image" Target="../media/image-13-5.jpeg"/><Relationship Id="rId6" Type="http://schemas.openxmlformats.org/officeDocument/2006/relationships/image" Target="../media/image-13-6.jpeg"/><Relationship Id="rId7" Type="http://schemas.openxmlformats.org/officeDocument/2006/relationships/image" Target="../media/image-13-7.jpeg"/><Relationship Id="rId8" Type="http://schemas.openxmlformats.org/officeDocument/2006/relationships/image" Target="../media/image-13-8.jpeg"/><Relationship Id="rId9" Type="http://schemas.openxmlformats.org/officeDocument/2006/relationships/image" Target="../media/image-13-9.jpeg"/><Relationship Id="rId10" Type="http://schemas.openxmlformats.org/officeDocument/2006/relationships/image" Target="../media/image-13-10.jpeg"/><Relationship Id="rId11" Type="http://schemas.openxmlformats.org/officeDocument/2006/relationships/image" Target="../media/image-13-11.jpeg"/><Relationship Id="rId12" Type="http://schemas.openxmlformats.org/officeDocument/2006/relationships/image" Target="../media/image-1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image" Target="../media/image-14-5.jpeg"/><Relationship Id="rId6" Type="http://schemas.openxmlformats.org/officeDocument/2006/relationships/image" Target="../media/image-14-6.jpeg"/><Relationship Id="rId7" Type="http://schemas.openxmlformats.org/officeDocument/2006/relationships/image" Target="../media/image-14-7.jpeg"/><Relationship Id="rId8" Type="http://schemas.openxmlformats.org/officeDocument/2006/relationships/image" Target="../media/image-14-8.jpeg"/><Relationship Id="rId9" Type="http://schemas.openxmlformats.org/officeDocument/2006/relationships/image" Target="../media/image-14-9.jpeg"/><Relationship Id="rId10" Type="http://schemas.openxmlformats.org/officeDocument/2006/relationships/image" Target="../media/image-14-10.jpeg"/><Relationship Id="rId11" Type="http://schemas.openxmlformats.org/officeDocument/2006/relationships/image" Target="../media/image-14-11.jpeg"/><Relationship Id="rId12" Type="http://schemas.openxmlformats.org/officeDocument/2006/relationships/image" Target="../media/image-14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image" Target="../media/image-15-5.jpeg"/><Relationship Id="rId6" Type="http://schemas.openxmlformats.org/officeDocument/2006/relationships/image" Target="../media/image-15-6.jpeg"/><Relationship Id="rId7" Type="http://schemas.openxmlformats.org/officeDocument/2006/relationships/image" Target="../media/image-15-7.jpeg"/><Relationship Id="rId8" Type="http://schemas.openxmlformats.org/officeDocument/2006/relationships/image" Target="../media/image-15-8.jpeg"/><Relationship Id="rId9" Type="http://schemas.openxmlformats.org/officeDocument/2006/relationships/image" Target="../media/image-15-9.jpeg"/><Relationship Id="rId10" Type="http://schemas.openxmlformats.org/officeDocument/2006/relationships/image" Target="../media/image-15-10.jpeg"/><Relationship Id="rId11" Type="http://schemas.openxmlformats.org/officeDocument/2006/relationships/image" Target="../media/image-15-11.jpeg"/><Relationship Id="rId12" Type="http://schemas.openxmlformats.org/officeDocument/2006/relationships/image" Target="../media/image-1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image" Target="../media/image-16-5.jpeg"/><Relationship Id="rId6" Type="http://schemas.openxmlformats.org/officeDocument/2006/relationships/image" Target="../media/image-16-6.jpeg"/><Relationship Id="rId7" Type="http://schemas.openxmlformats.org/officeDocument/2006/relationships/image" Target="../media/image-16-7.jpeg"/><Relationship Id="rId8" Type="http://schemas.openxmlformats.org/officeDocument/2006/relationships/image" Target="../media/image-16-8.jpeg"/><Relationship Id="rId9" Type="http://schemas.openxmlformats.org/officeDocument/2006/relationships/image" Target="../media/image-16-9.jpeg"/><Relationship Id="rId10" Type="http://schemas.openxmlformats.org/officeDocument/2006/relationships/image" Target="../media/image-16-10.jpeg"/><Relationship Id="rId11" Type="http://schemas.openxmlformats.org/officeDocument/2006/relationships/image" Target="../media/image-16-11.jpeg"/><Relationship Id="rId12" Type="http://schemas.openxmlformats.org/officeDocument/2006/relationships/image" Target="../media/image-16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image" Target="../media/image-17-6.jpeg"/><Relationship Id="rId7" Type="http://schemas.openxmlformats.org/officeDocument/2006/relationships/image" Target="../media/image-17-7.jpeg"/><Relationship Id="rId8" Type="http://schemas.openxmlformats.org/officeDocument/2006/relationships/image" Target="../media/image-17-8.jpeg"/><Relationship Id="rId9" Type="http://schemas.openxmlformats.org/officeDocument/2006/relationships/image" Target="../media/image-17-9.jpeg"/><Relationship Id="rId10" Type="http://schemas.openxmlformats.org/officeDocument/2006/relationships/image" Target="../media/image-17-10.jpeg"/><Relationship Id="rId11" Type="http://schemas.openxmlformats.org/officeDocument/2006/relationships/image" Target="../media/image-17-11.jpeg"/><Relationship Id="rId12" Type="http://schemas.openxmlformats.org/officeDocument/2006/relationships/image" Target="../media/image-17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image" Target="../media/image-18-4.jpeg"/><Relationship Id="rId5" Type="http://schemas.openxmlformats.org/officeDocument/2006/relationships/image" Target="../media/image-18-5.jpeg"/><Relationship Id="rId6" Type="http://schemas.openxmlformats.org/officeDocument/2006/relationships/image" Target="../media/image-18-6.jpeg"/><Relationship Id="rId7" Type="http://schemas.openxmlformats.org/officeDocument/2006/relationships/image" Target="../media/image-18-7.jpeg"/><Relationship Id="rId8" Type="http://schemas.openxmlformats.org/officeDocument/2006/relationships/image" Target="../media/image-18-8.jpeg"/><Relationship Id="rId9" Type="http://schemas.openxmlformats.org/officeDocument/2006/relationships/image" Target="../media/image-18-9.jpeg"/><Relationship Id="rId10" Type="http://schemas.openxmlformats.org/officeDocument/2006/relationships/image" Target="../media/image-18-10.jpeg"/><Relationship Id="rId11" Type="http://schemas.openxmlformats.org/officeDocument/2006/relationships/image" Target="../media/image-18-11.jpeg"/><Relationship Id="rId12" Type="http://schemas.openxmlformats.org/officeDocument/2006/relationships/image" Target="../media/image-1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jpeg"/><Relationship Id="rId4" Type="http://schemas.openxmlformats.org/officeDocument/2006/relationships/image" Target="../media/image-19-4.jpeg"/><Relationship Id="rId5" Type="http://schemas.openxmlformats.org/officeDocument/2006/relationships/image" Target="../media/image-19-5.jpeg"/><Relationship Id="rId6" Type="http://schemas.openxmlformats.org/officeDocument/2006/relationships/image" Target="../media/image-19-6.jpeg"/><Relationship Id="rId7" Type="http://schemas.openxmlformats.org/officeDocument/2006/relationships/image" Target="../media/image-19-7.jpeg"/><Relationship Id="rId8" Type="http://schemas.openxmlformats.org/officeDocument/2006/relationships/image" Target="../media/image-19-8.jpeg"/><Relationship Id="rId9" Type="http://schemas.openxmlformats.org/officeDocument/2006/relationships/image" Target="../media/image-19-9.jpeg"/><Relationship Id="rId10" Type="http://schemas.openxmlformats.org/officeDocument/2006/relationships/image" Target="../media/image-19-10.jpeg"/><Relationship Id="rId11" Type="http://schemas.openxmlformats.org/officeDocument/2006/relationships/image" Target="../media/image-19-11.jpeg"/><Relationship Id="rId12" Type="http://schemas.openxmlformats.org/officeDocument/2006/relationships/image" Target="../media/image-19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jpeg"/><Relationship Id="rId4" Type="http://schemas.openxmlformats.org/officeDocument/2006/relationships/image" Target="../media/image-20-4.jpeg"/><Relationship Id="rId5" Type="http://schemas.openxmlformats.org/officeDocument/2006/relationships/image" Target="../media/image-20-5.jpeg"/><Relationship Id="rId6" Type="http://schemas.openxmlformats.org/officeDocument/2006/relationships/image" Target="../media/image-20-6.jpeg"/><Relationship Id="rId7" Type="http://schemas.openxmlformats.org/officeDocument/2006/relationships/image" Target="../media/image-20-7.jpeg"/><Relationship Id="rId8" Type="http://schemas.openxmlformats.org/officeDocument/2006/relationships/image" Target="../media/image-20-8.jpeg"/><Relationship Id="rId9" Type="http://schemas.openxmlformats.org/officeDocument/2006/relationships/image" Target="../media/image-20-9.jpeg"/><Relationship Id="rId10" Type="http://schemas.openxmlformats.org/officeDocument/2006/relationships/image" Target="../media/image-20-10.jpeg"/><Relationship Id="rId11" Type="http://schemas.openxmlformats.org/officeDocument/2006/relationships/image" Target="../media/image-20-11.jpeg"/><Relationship Id="rId12" Type="http://schemas.openxmlformats.org/officeDocument/2006/relationships/image" Target="../media/image-20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jpeg"/><Relationship Id="rId4" Type="http://schemas.openxmlformats.org/officeDocument/2006/relationships/image" Target="../media/image-21-4.jpeg"/><Relationship Id="rId5" Type="http://schemas.openxmlformats.org/officeDocument/2006/relationships/image" Target="../media/image-21-5.jpeg"/><Relationship Id="rId6" Type="http://schemas.openxmlformats.org/officeDocument/2006/relationships/image" Target="../media/image-21-6.jpeg"/><Relationship Id="rId7" Type="http://schemas.openxmlformats.org/officeDocument/2006/relationships/image" Target="../media/image-21-7.jpeg"/><Relationship Id="rId8" Type="http://schemas.openxmlformats.org/officeDocument/2006/relationships/image" Target="../media/image-21-8.jpeg"/><Relationship Id="rId9" Type="http://schemas.openxmlformats.org/officeDocument/2006/relationships/image" Target="../media/image-21-9.jpeg"/><Relationship Id="rId10" Type="http://schemas.openxmlformats.org/officeDocument/2006/relationships/image" Target="../media/image-21-10.jpeg"/><Relationship Id="rId11" Type="http://schemas.openxmlformats.org/officeDocument/2006/relationships/image" Target="../media/image-21-11.jpeg"/><Relationship Id="rId12" Type="http://schemas.openxmlformats.org/officeDocument/2006/relationships/image" Target="../media/image-2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jpeg"/><Relationship Id="rId3" Type="http://schemas.openxmlformats.org/officeDocument/2006/relationships/image" Target="../media/image-22-3.jpeg"/><Relationship Id="rId4" Type="http://schemas.openxmlformats.org/officeDocument/2006/relationships/image" Target="../media/image-22-4.jpeg"/><Relationship Id="rId5" Type="http://schemas.openxmlformats.org/officeDocument/2006/relationships/image" Target="../media/image-22-5.jpeg"/><Relationship Id="rId6" Type="http://schemas.openxmlformats.org/officeDocument/2006/relationships/image" Target="../media/image-22-6.jpeg"/><Relationship Id="rId7" Type="http://schemas.openxmlformats.org/officeDocument/2006/relationships/image" Target="../media/image-22-7.jpeg"/><Relationship Id="rId8" Type="http://schemas.openxmlformats.org/officeDocument/2006/relationships/image" Target="../media/image-22-8.jpeg"/><Relationship Id="rId9" Type="http://schemas.openxmlformats.org/officeDocument/2006/relationships/image" Target="../media/image-22-9.jpeg"/><Relationship Id="rId10" Type="http://schemas.openxmlformats.org/officeDocument/2006/relationships/image" Target="../media/image-22-10.jpeg"/><Relationship Id="rId11" Type="http://schemas.openxmlformats.org/officeDocument/2006/relationships/image" Target="../media/image-22-11.jpeg"/><Relationship Id="rId12" Type="http://schemas.openxmlformats.org/officeDocument/2006/relationships/image" Target="../media/image-2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jpeg"/><Relationship Id="rId4" Type="http://schemas.openxmlformats.org/officeDocument/2006/relationships/image" Target="../media/image-24-4.jpeg"/><Relationship Id="rId5" Type="http://schemas.openxmlformats.org/officeDocument/2006/relationships/image" Target="../media/image-24-5.jpeg"/><Relationship Id="rId6" Type="http://schemas.openxmlformats.org/officeDocument/2006/relationships/image" Target="../media/image-24-6.jpeg"/><Relationship Id="rId7" Type="http://schemas.openxmlformats.org/officeDocument/2006/relationships/image" Target="../media/image-24-7.jpeg"/><Relationship Id="rId8" Type="http://schemas.openxmlformats.org/officeDocument/2006/relationships/image" Target="../media/image-24-8.jpeg"/><Relationship Id="rId9" Type="http://schemas.openxmlformats.org/officeDocument/2006/relationships/image" Target="../media/image-24-9.jpeg"/><Relationship Id="rId10" Type="http://schemas.openxmlformats.org/officeDocument/2006/relationships/image" Target="../media/image-24-10.jpeg"/><Relationship Id="rId11" Type="http://schemas.openxmlformats.org/officeDocument/2006/relationships/image" Target="../media/image-24-11.jpeg"/><Relationship Id="rId12" Type="http://schemas.openxmlformats.org/officeDocument/2006/relationships/image" Target="../media/image-24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jpeg"/><Relationship Id="rId4" Type="http://schemas.openxmlformats.org/officeDocument/2006/relationships/image" Target="../media/image-28-4.jpeg"/><Relationship Id="rId5" Type="http://schemas.openxmlformats.org/officeDocument/2006/relationships/image" Target="../media/image-28-5.jpeg"/><Relationship Id="rId6" Type="http://schemas.openxmlformats.org/officeDocument/2006/relationships/image" Target="../media/image-28-6.jpeg"/><Relationship Id="rId7" Type="http://schemas.openxmlformats.org/officeDocument/2006/relationships/image" Target="../media/image-28-7.jpeg"/><Relationship Id="rId8" Type="http://schemas.openxmlformats.org/officeDocument/2006/relationships/image" Target="../media/image-28-8.jpeg"/><Relationship Id="rId9" Type="http://schemas.openxmlformats.org/officeDocument/2006/relationships/image" Target="../media/image-28-9.jpeg"/><Relationship Id="rId10" Type="http://schemas.openxmlformats.org/officeDocument/2006/relationships/image" Target="../media/image-28-10.jpeg"/><Relationship Id="rId11" Type="http://schemas.openxmlformats.org/officeDocument/2006/relationships/image" Target="../media/image-28-11.jpeg"/><Relationship Id="rId12" Type="http://schemas.openxmlformats.org/officeDocument/2006/relationships/image" Target="../media/image-2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2026-09-26T00:30:31Z</dcterms:created>
  <dcterms:modified xsi:type="dcterms:W3CDTF">2026-09-26T00:30:31Z</dcterms:modified>
</cp:coreProperties>
</file>