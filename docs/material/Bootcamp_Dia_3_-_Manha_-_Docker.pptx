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36576000" cy="20574000"/>
  <p:notesSz cx="205740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começar: a QI Tech está contratando, tanto efetivos quanto estagiários. Dúvidas sobre vagas: chamar o time no Slack ou falar com a gente aqui no presencial.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quem conduz a manhã: nome e área. PREENCHER nomes, áreas e fotos (img/apres-*.jpg) antes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horas, cinco blocos. O bloco 02 tem a demonstração ao vivo, sem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Retomada do Dia 2 antes de entrar em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por bloco do Dia 2. A coluna da direita é o erro que cada ideia evita. REST (Representational State Transfer); ACID = atomicidade, consistência, isolamento, durabilidade; HTTP (HyperText Transfer Protocol).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contrato veio do bloco de HTTP, a tabela do bloco de banco. A caixa da direita é a pergunta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História, problema, uma tela de conceito e o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origem do nome. Malcom McLean, 1956; Docker, 2013. 'Docker' em inglês é o estivador.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Explicação breve antes da demonstração. Não aprofundar imagem nem registry aqui: isso volta no bloco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antes da solução. Os três casos têm o mesmo código e ambientes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demonstração (sem slides): 1) docker run de Grafana, Airflow e Postgres, nenhum instalado na máquina. 2) docker exec -it no Grafana, mkdir de uma pasta, ls. 3) docker rm -f e docker run de novo: a pasta sumiu. 4) Dockerfile FROM grafana com RUN mkdir, docker build, run, exec: a pasta está lá. Derrubar e subir de novo: continua lá. Voltar para o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Volta da demonstração. Cada peça responde uma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Dockerfile descreve; quem executa é o docker build. Cada instrução vira camada, e o cache tem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Esboço no formato do base-service. Abrir o Dockerfile real do repositório e comparar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Imagem é só leitura. Mudou algo, é outra imagem. Na história: o bolo congelado.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analogia quebra, e isso é conteúdo: de um bolo saem N fatias sem gastá-lo. Troca de imagem explícita: classe e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imagens da demonstração vieram do Docker Hub. O registry liga a máquina de quem constrói à máquina de quem roda.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0: a pergunta grande, o caminho inteiro e a analogia-mestre. Voltar a esta tela sempre que alguém se perder.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Ganhos e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benefícios que o professor listou. No fundo, um ganho só: o ambiente virou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as pilhas de cima para baixo. A diferença está na faixa rosa: uma por app ou uma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custos concretos, dois deles tirados das armadilhas do base-service.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Deploy primeiro, ambiente local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deploy na prática, como o professor descreveu: imagem, registry, VM que puxa e roda.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mesmos quatro passos em comando. Na vida real, 3 e 4 são feitos pela plataforma de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Saímos do servidor e voltamos para a máquina de cada um: o ambiente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dia de alguém no time. É assim que a banca vai subir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compose orquestra os containers de um ambiente. O /health_check a cada três segundos está no documento do base-service.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Esboço sem portas nem variáveis de ambiente. O arquivo real está no repositório: abrir 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comandos e as duas armadilhas do documento do base-service: database.sql e requirements.txt.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 entrega será testada, e o que muda no compose quando o grupo cria mais de uma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pergunta por peça. A coluna da direita é a que separa peças vizinhas.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 almoço. Reforçar a mudança: a entrega passou para 12/10, às 12h.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image" Target="../media/image-1-7.jpeg"/><Relationship Id="rId8" Type="http://schemas.openxmlformats.org/officeDocument/2006/relationships/image" Target="../media/image-1-8.jpeg"/><Relationship Id="rId9" Type="http://schemas.openxmlformats.org/officeDocument/2006/relationships/image" Target="../media/image-1-9.jpeg"/><Relationship Id="rId10" Type="http://schemas.openxmlformats.org/officeDocument/2006/relationships/image" Target="../media/image-1-10.jpeg"/><Relationship Id="rId11" Type="http://schemas.openxmlformats.org/officeDocument/2006/relationships/image" Target="../media/image-1-11.jpeg"/><Relationship Id="rId12" Type="http://schemas.openxmlformats.org/officeDocument/2006/relationships/image" Target="../media/image-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image" Target="../media/image-2-6.jpeg"/><Relationship Id="rId7" Type="http://schemas.openxmlformats.org/officeDocument/2006/relationships/image" Target="../media/image-2-7.jpeg"/><Relationship Id="rId8" Type="http://schemas.openxmlformats.org/officeDocument/2006/relationships/image" Target="../media/image-2-8.jpeg"/><Relationship Id="rId9" Type="http://schemas.openxmlformats.org/officeDocument/2006/relationships/image" Target="../media/image-2-9.jpeg"/><Relationship Id="rId10" Type="http://schemas.openxmlformats.org/officeDocument/2006/relationships/image" Target="../media/image-2-10.jpeg"/><Relationship Id="rId11" Type="http://schemas.openxmlformats.org/officeDocument/2006/relationships/image" Target="../media/image-2-11.jpeg"/><Relationship Id="rId12" Type="http://schemas.openxmlformats.org/officeDocument/2006/relationships/image" Target="../media/image-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jpeg"/><Relationship Id="rId8" Type="http://schemas.openxmlformats.org/officeDocument/2006/relationships/image" Target="../media/image-3-8.jpeg"/><Relationship Id="rId9" Type="http://schemas.openxmlformats.org/officeDocument/2006/relationships/image" Target="../media/image-3-9.jpe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image" Target="../media/image-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image" Target="../media/image-4-9.jpeg"/><Relationship Id="rId10" Type="http://schemas.openxmlformats.org/officeDocument/2006/relationships/image" Target="../media/image-4-10.jpeg"/><Relationship Id="rId11" Type="http://schemas.openxmlformats.org/officeDocument/2006/relationships/image" Target="../media/image-4-11.jpeg"/><Relationship Id="rId12" Type="http://schemas.openxmlformats.org/officeDocument/2006/relationships/image" Target="../media/image-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image" Target="../media/image-5-8.jpeg"/><Relationship Id="rId9" Type="http://schemas.openxmlformats.org/officeDocument/2006/relationships/image" Target="../media/image-5-9.jpeg"/><Relationship Id="rId10" Type="http://schemas.openxmlformats.org/officeDocument/2006/relationships/image" Target="../media/image-5-10.jpeg"/><Relationship Id="rId11" Type="http://schemas.openxmlformats.org/officeDocument/2006/relationships/image" Target="../media/image-5-11.jpeg"/><Relationship Id="rId12" Type="http://schemas.openxmlformats.org/officeDocument/2006/relationships/image" Target="../media/image-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image" Target="../media/image-6-7.jpeg"/><Relationship Id="rId8" Type="http://schemas.openxmlformats.org/officeDocument/2006/relationships/image" Target="../media/image-6-8.jpeg"/><Relationship Id="rId9" Type="http://schemas.openxmlformats.org/officeDocument/2006/relationships/image" Target="../media/image-6-9.jpeg"/><Relationship Id="rId10" Type="http://schemas.openxmlformats.org/officeDocument/2006/relationships/image" Target="../media/image-6-10.jpeg"/><Relationship Id="rId11" Type="http://schemas.openxmlformats.org/officeDocument/2006/relationships/image" Target="../media/image-6-11.jpeg"/><Relationship Id="rId12" Type="http://schemas.openxmlformats.org/officeDocument/2006/relationships/image" Target="../media/image-6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image" Target="../media/image-7-7.jpeg"/><Relationship Id="rId8" Type="http://schemas.openxmlformats.org/officeDocument/2006/relationships/image" Target="../media/image-7-8.jpeg"/><Relationship Id="rId9" Type="http://schemas.openxmlformats.org/officeDocument/2006/relationships/image" Target="../media/image-7-9.jpeg"/><Relationship Id="rId10" Type="http://schemas.openxmlformats.org/officeDocument/2006/relationships/image" Target="../media/image-7-10.jpeg"/><Relationship Id="rId11" Type="http://schemas.openxmlformats.org/officeDocument/2006/relationships/image" Target="../media/image-7-11.jpeg"/><Relationship Id="rId12" Type="http://schemas.openxmlformats.org/officeDocument/2006/relationships/image" Target="../media/image-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jpeg"/><Relationship Id="rId8" Type="http://schemas.openxmlformats.org/officeDocument/2006/relationships/image" Target="../media/image-8-8.jpeg"/><Relationship Id="rId9" Type="http://schemas.openxmlformats.org/officeDocument/2006/relationships/image" Target="../media/image-8-9.jpeg"/><Relationship Id="rId10" Type="http://schemas.openxmlformats.org/officeDocument/2006/relationships/image" Target="../media/image-8-10.jpeg"/><Relationship Id="rId11" Type="http://schemas.openxmlformats.org/officeDocument/2006/relationships/image" Target="../media/image-8-11.jpeg"/><Relationship Id="rId12" Type="http://schemas.openxmlformats.org/officeDocument/2006/relationships/image" Target="../media/image-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image" Target="../media/image-9-7.jpeg"/><Relationship Id="rId8" Type="http://schemas.openxmlformats.org/officeDocument/2006/relationships/image" Target="../media/image-9-8.jpeg"/><Relationship Id="rId9" Type="http://schemas.openxmlformats.org/officeDocument/2006/relationships/image" Target="../media/image-9-9.jpeg"/><Relationship Id="rId10" Type="http://schemas.openxmlformats.org/officeDocument/2006/relationships/image" Target="../media/image-9-10.jpeg"/><Relationship Id="rId11" Type="http://schemas.openxmlformats.org/officeDocument/2006/relationships/image" Target="../media/image-9-11.jpeg"/><Relationship Id="rId12" Type="http://schemas.openxmlformats.org/officeDocument/2006/relationships/image" Target="../media/image-9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jpeg"/><Relationship Id="rId7" Type="http://schemas.openxmlformats.org/officeDocument/2006/relationships/image" Target="../media/image-10-7.jpeg"/><Relationship Id="rId8" Type="http://schemas.openxmlformats.org/officeDocument/2006/relationships/image" Target="../media/image-10-8.jpeg"/><Relationship Id="rId9" Type="http://schemas.openxmlformats.org/officeDocument/2006/relationships/image" Target="../media/image-10-9.jpeg"/><Relationship Id="rId10" Type="http://schemas.openxmlformats.org/officeDocument/2006/relationships/image" Target="../media/image-10-10.jpeg"/><Relationship Id="rId11" Type="http://schemas.openxmlformats.org/officeDocument/2006/relationships/image" Target="../media/image-10-11.jpeg"/><Relationship Id="rId12" Type="http://schemas.openxmlformats.org/officeDocument/2006/relationships/image" Target="../media/image-10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image" Target="../media/image-11-6.jpeg"/><Relationship Id="rId7" Type="http://schemas.openxmlformats.org/officeDocument/2006/relationships/image" Target="../media/image-11-7.jpeg"/><Relationship Id="rId8" Type="http://schemas.openxmlformats.org/officeDocument/2006/relationships/image" Target="../media/image-11-8.jpeg"/><Relationship Id="rId9" Type="http://schemas.openxmlformats.org/officeDocument/2006/relationships/image" Target="../media/image-11-9.jpeg"/><Relationship Id="rId10" Type="http://schemas.openxmlformats.org/officeDocument/2006/relationships/image" Target="../media/image-11-10.jpeg"/><Relationship Id="rId11" Type="http://schemas.openxmlformats.org/officeDocument/2006/relationships/image" Target="../media/image-11-11.jpeg"/><Relationship Id="rId12" Type="http://schemas.openxmlformats.org/officeDocument/2006/relationships/image" Target="../media/image-1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image" Target="../media/image-12-5.jpeg"/><Relationship Id="rId6" Type="http://schemas.openxmlformats.org/officeDocument/2006/relationships/image" Target="../media/image-12-6.jpeg"/><Relationship Id="rId7" Type="http://schemas.openxmlformats.org/officeDocument/2006/relationships/image" Target="../media/image-12-7.jpeg"/><Relationship Id="rId8" Type="http://schemas.openxmlformats.org/officeDocument/2006/relationships/image" Target="../media/image-12-8.jpeg"/><Relationship Id="rId9" Type="http://schemas.openxmlformats.org/officeDocument/2006/relationships/image" Target="../media/image-12-9.jpeg"/><Relationship Id="rId10" Type="http://schemas.openxmlformats.org/officeDocument/2006/relationships/image" Target="../media/image-12-10.jpeg"/><Relationship Id="rId11" Type="http://schemas.openxmlformats.org/officeDocument/2006/relationships/image" Target="../media/image-12-11.jpeg"/><Relationship Id="rId12" Type="http://schemas.openxmlformats.org/officeDocument/2006/relationships/image" Target="../media/image-1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image" Target="../media/image-13-5.jpeg"/><Relationship Id="rId6" Type="http://schemas.openxmlformats.org/officeDocument/2006/relationships/image" Target="../media/image-13-6.jpeg"/><Relationship Id="rId7" Type="http://schemas.openxmlformats.org/officeDocument/2006/relationships/image" Target="../media/image-13-7.jpeg"/><Relationship Id="rId8" Type="http://schemas.openxmlformats.org/officeDocument/2006/relationships/image" Target="../media/image-13-8.jpeg"/><Relationship Id="rId9" Type="http://schemas.openxmlformats.org/officeDocument/2006/relationships/image" Target="../media/image-13-9.jpeg"/><Relationship Id="rId10" Type="http://schemas.openxmlformats.org/officeDocument/2006/relationships/image" Target="../media/image-13-10.jpeg"/><Relationship Id="rId11" Type="http://schemas.openxmlformats.org/officeDocument/2006/relationships/image" Target="../media/image-13-11.jpeg"/><Relationship Id="rId12" Type="http://schemas.openxmlformats.org/officeDocument/2006/relationships/image" Target="../media/image-1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image" Target="../media/image-14-5.jpeg"/><Relationship Id="rId6" Type="http://schemas.openxmlformats.org/officeDocument/2006/relationships/image" Target="../media/image-14-6.jpeg"/><Relationship Id="rId7" Type="http://schemas.openxmlformats.org/officeDocument/2006/relationships/image" Target="../media/image-14-7.jpeg"/><Relationship Id="rId8" Type="http://schemas.openxmlformats.org/officeDocument/2006/relationships/image" Target="../media/image-14-8.jpeg"/><Relationship Id="rId9" Type="http://schemas.openxmlformats.org/officeDocument/2006/relationships/image" Target="../media/image-14-9.jpeg"/><Relationship Id="rId10" Type="http://schemas.openxmlformats.org/officeDocument/2006/relationships/image" Target="../media/image-14-10.jpeg"/><Relationship Id="rId11" Type="http://schemas.openxmlformats.org/officeDocument/2006/relationships/image" Target="../media/image-14-11.jpeg"/><Relationship Id="rId12" Type="http://schemas.openxmlformats.org/officeDocument/2006/relationships/image" Target="../media/image-1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image" Target="../media/image-15-5.jpeg"/><Relationship Id="rId6" Type="http://schemas.openxmlformats.org/officeDocument/2006/relationships/image" Target="../media/image-15-6.jpeg"/><Relationship Id="rId7" Type="http://schemas.openxmlformats.org/officeDocument/2006/relationships/image" Target="../media/image-15-7.jpeg"/><Relationship Id="rId8" Type="http://schemas.openxmlformats.org/officeDocument/2006/relationships/image" Target="../media/image-15-8.jpeg"/><Relationship Id="rId9" Type="http://schemas.openxmlformats.org/officeDocument/2006/relationships/image" Target="../media/image-15-9.jpeg"/><Relationship Id="rId10" Type="http://schemas.openxmlformats.org/officeDocument/2006/relationships/image" Target="../media/image-15-10.jpeg"/><Relationship Id="rId11" Type="http://schemas.openxmlformats.org/officeDocument/2006/relationships/image" Target="../media/image-15-11.jpeg"/><Relationship Id="rId12" Type="http://schemas.openxmlformats.org/officeDocument/2006/relationships/image" Target="../media/image-1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image" Target="../media/image-16-6.jpeg"/><Relationship Id="rId7" Type="http://schemas.openxmlformats.org/officeDocument/2006/relationships/image" Target="../media/image-16-7.jpeg"/><Relationship Id="rId8" Type="http://schemas.openxmlformats.org/officeDocument/2006/relationships/image" Target="../media/image-16-8.jpeg"/><Relationship Id="rId9" Type="http://schemas.openxmlformats.org/officeDocument/2006/relationships/image" Target="../media/image-16-9.jpeg"/><Relationship Id="rId10" Type="http://schemas.openxmlformats.org/officeDocument/2006/relationships/image" Target="../media/image-16-10.jpeg"/><Relationship Id="rId11" Type="http://schemas.openxmlformats.org/officeDocument/2006/relationships/image" Target="../media/image-16-11.jpeg"/><Relationship Id="rId12" Type="http://schemas.openxmlformats.org/officeDocument/2006/relationships/image" Target="../media/image-16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image" Target="../media/image-17-6.jpeg"/><Relationship Id="rId7" Type="http://schemas.openxmlformats.org/officeDocument/2006/relationships/image" Target="../media/image-17-7.jpeg"/><Relationship Id="rId8" Type="http://schemas.openxmlformats.org/officeDocument/2006/relationships/image" Target="../media/image-17-8.jpeg"/><Relationship Id="rId9" Type="http://schemas.openxmlformats.org/officeDocument/2006/relationships/image" Target="../media/image-17-9.jpeg"/><Relationship Id="rId10" Type="http://schemas.openxmlformats.org/officeDocument/2006/relationships/image" Target="../media/image-17-10.jpeg"/><Relationship Id="rId11" Type="http://schemas.openxmlformats.org/officeDocument/2006/relationships/image" Target="../media/image-17-11.jpeg"/><Relationship Id="rId12" Type="http://schemas.openxmlformats.org/officeDocument/2006/relationships/image" Target="../media/image-1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image" Target="../media/image-18-4.jpeg"/><Relationship Id="rId5" Type="http://schemas.openxmlformats.org/officeDocument/2006/relationships/image" Target="../media/image-18-5.jpeg"/><Relationship Id="rId6" Type="http://schemas.openxmlformats.org/officeDocument/2006/relationships/image" Target="../media/image-18-6.jpeg"/><Relationship Id="rId7" Type="http://schemas.openxmlformats.org/officeDocument/2006/relationships/image" Target="../media/image-18-7.jpeg"/><Relationship Id="rId8" Type="http://schemas.openxmlformats.org/officeDocument/2006/relationships/image" Target="../media/image-18-8.jpeg"/><Relationship Id="rId9" Type="http://schemas.openxmlformats.org/officeDocument/2006/relationships/image" Target="../media/image-18-9.jpeg"/><Relationship Id="rId10" Type="http://schemas.openxmlformats.org/officeDocument/2006/relationships/image" Target="../media/image-18-10.jpeg"/><Relationship Id="rId11" Type="http://schemas.openxmlformats.org/officeDocument/2006/relationships/image" Target="../media/image-18-11.jpeg"/><Relationship Id="rId12" Type="http://schemas.openxmlformats.org/officeDocument/2006/relationships/image" Target="../media/image-1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image" Target="../media/image-19-4.jpeg"/><Relationship Id="rId5" Type="http://schemas.openxmlformats.org/officeDocument/2006/relationships/image" Target="../media/image-19-5.jpeg"/><Relationship Id="rId6" Type="http://schemas.openxmlformats.org/officeDocument/2006/relationships/image" Target="../media/image-19-6.jpeg"/><Relationship Id="rId7" Type="http://schemas.openxmlformats.org/officeDocument/2006/relationships/image" Target="../media/image-19-7.jpeg"/><Relationship Id="rId8" Type="http://schemas.openxmlformats.org/officeDocument/2006/relationships/image" Target="../media/image-19-8.jpeg"/><Relationship Id="rId9" Type="http://schemas.openxmlformats.org/officeDocument/2006/relationships/image" Target="../media/image-19-9.jpeg"/><Relationship Id="rId10" Type="http://schemas.openxmlformats.org/officeDocument/2006/relationships/image" Target="../media/image-19-10.jpeg"/><Relationship Id="rId11" Type="http://schemas.openxmlformats.org/officeDocument/2006/relationships/image" Target="../media/image-19-11.jpeg"/><Relationship Id="rId12" Type="http://schemas.openxmlformats.org/officeDocument/2006/relationships/image" Target="../media/image-19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jpeg"/><Relationship Id="rId4" Type="http://schemas.openxmlformats.org/officeDocument/2006/relationships/image" Target="../media/image-20-4.jpeg"/><Relationship Id="rId5" Type="http://schemas.openxmlformats.org/officeDocument/2006/relationships/image" Target="../media/image-20-5.jpeg"/><Relationship Id="rId6" Type="http://schemas.openxmlformats.org/officeDocument/2006/relationships/image" Target="../media/image-20-6.jpeg"/><Relationship Id="rId7" Type="http://schemas.openxmlformats.org/officeDocument/2006/relationships/image" Target="../media/image-20-7.jpeg"/><Relationship Id="rId8" Type="http://schemas.openxmlformats.org/officeDocument/2006/relationships/image" Target="../media/image-20-8.jpeg"/><Relationship Id="rId9" Type="http://schemas.openxmlformats.org/officeDocument/2006/relationships/image" Target="../media/image-20-9.jpeg"/><Relationship Id="rId10" Type="http://schemas.openxmlformats.org/officeDocument/2006/relationships/image" Target="../media/image-20-10.jpeg"/><Relationship Id="rId11" Type="http://schemas.openxmlformats.org/officeDocument/2006/relationships/image" Target="../media/image-20-11.jpeg"/><Relationship Id="rId12" Type="http://schemas.openxmlformats.org/officeDocument/2006/relationships/image" Target="../media/image-20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jpeg"/><Relationship Id="rId4" Type="http://schemas.openxmlformats.org/officeDocument/2006/relationships/image" Target="../media/image-21-4.jpeg"/><Relationship Id="rId5" Type="http://schemas.openxmlformats.org/officeDocument/2006/relationships/image" Target="../media/image-21-5.jpeg"/><Relationship Id="rId6" Type="http://schemas.openxmlformats.org/officeDocument/2006/relationships/image" Target="../media/image-21-6.jpeg"/><Relationship Id="rId7" Type="http://schemas.openxmlformats.org/officeDocument/2006/relationships/image" Target="../media/image-21-7.jpeg"/><Relationship Id="rId8" Type="http://schemas.openxmlformats.org/officeDocument/2006/relationships/image" Target="../media/image-21-8.jpeg"/><Relationship Id="rId9" Type="http://schemas.openxmlformats.org/officeDocument/2006/relationships/image" Target="../media/image-21-9.jpeg"/><Relationship Id="rId10" Type="http://schemas.openxmlformats.org/officeDocument/2006/relationships/image" Target="../media/image-21-10.jpeg"/><Relationship Id="rId11" Type="http://schemas.openxmlformats.org/officeDocument/2006/relationships/image" Target="../media/image-21-11.jpeg"/><Relationship Id="rId12" Type="http://schemas.openxmlformats.org/officeDocument/2006/relationships/image" Target="../media/image-2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image" Target="../media/image-22-3.jpeg"/><Relationship Id="rId4" Type="http://schemas.openxmlformats.org/officeDocument/2006/relationships/image" Target="../media/image-22-4.jpeg"/><Relationship Id="rId5" Type="http://schemas.openxmlformats.org/officeDocument/2006/relationships/image" Target="../media/image-22-5.jpeg"/><Relationship Id="rId6" Type="http://schemas.openxmlformats.org/officeDocument/2006/relationships/image" Target="../media/image-22-6.jpeg"/><Relationship Id="rId7" Type="http://schemas.openxmlformats.org/officeDocument/2006/relationships/image" Target="../media/image-22-7.jpeg"/><Relationship Id="rId8" Type="http://schemas.openxmlformats.org/officeDocument/2006/relationships/image" Target="../media/image-22-8.jpeg"/><Relationship Id="rId9" Type="http://schemas.openxmlformats.org/officeDocument/2006/relationships/image" Target="../media/image-22-9.jpeg"/><Relationship Id="rId10" Type="http://schemas.openxmlformats.org/officeDocument/2006/relationships/image" Target="../media/image-22-10.jpeg"/><Relationship Id="rId11" Type="http://schemas.openxmlformats.org/officeDocument/2006/relationships/image" Target="../media/image-22-11.jpeg"/><Relationship Id="rId12" Type="http://schemas.openxmlformats.org/officeDocument/2006/relationships/image" Target="../media/image-2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image" Target="../media/image-23-3.jpeg"/><Relationship Id="rId4" Type="http://schemas.openxmlformats.org/officeDocument/2006/relationships/image" Target="../media/image-23-4.jpeg"/><Relationship Id="rId5" Type="http://schemas.openxmlformats.org/officeDocument/2006/relationships/image" Target="../media/image-23-5.jpeg"/><Relationship Id="rId6" Type="http://schemas.openxmlformats.org/officeDocument/2006/relationships/image" Target="../media/image-23-6.jpeg"/><Relationship Id="rId7" Type="http://schemas.openxmlformats.org/officeDocument/2006/relationships/image" Target="../media/image-23-7.jpeg"/><Relationship Id="rId8" Type="http://schemas.openxmlformats.org/officeDocument/2006/relationships/image" Target="../media/image-23-8.jpeg"/><Relationship Id="rId9" Type="http://schemas.openxmlformats.org/officeDocument/2006/relationships/image" Target="../media/image-23-9.jpeg"/><Relationship Id="rId10" Type="http://schemas.openxmlformats.org/officeDocument/2006/relationships/image" Target="../media/image-23-10.jpeg"/><Relationship Id="rId11" Type="http://schemas.openxmlformats.org/officeDocument/2006/relationships/image" Target="../media/image-23-11.jpeg"/><Relationship Id="rId12" Type="http://schemas.openxmlformats.org/officeDocument/2006/relationships/image" Target="../media/image-2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image" Target="../media/image-24-4.jpeg"/><Relationship Id="rId5" Type="http://schemas.openxmlformats.org/officeDocument/2006/relationships/image" Target="../media/image-24-5.jpeg"/><Relationship Id="rId6" Type="http://schemas.openxmlformats.org/officeDocument/2006/relationships/image" Target="../media/image-24-6.jpeg"/><Relationship Id="rId7" Type="http://schemas.openxmlformats.org/officeDocument/2006/relationships/image" Target="../media/image-24-7.jpeg"/><Relationship Id="rId8" Type="http://schemas.openxmlformats.org/officeDocument/2006/relationships/image" Target="../media/image-24-8.jpeg"/><Relationship Id="rId9" Type="http://schemas.openxmlformats.org/officeDocument/2006/relationships/image" Target="../media/image-24-9.jpeg"/><Relationship Id="rId10" Type="http://schemas.openxmlformats.org/officeDocument/2006/relationships/image" Target="../media/image-24-10.jpeg"/><Relationship Id="rId11" Type="http://schemas.openxmlformats.org/officeDocument/2006/relationships/image" Target="../media/image-24-11.jpeg"/><Relationship Id="rId12" Type="http://schemas.openxmlformats.org/officeDocument/2006/relationships/image" Target="../media/image-24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jpeg"/><Relationship Id="rId4" Type="http://schemas.openxmlformats.org/officeDocument/2006/relationships/image" Target="../media/image-25-4.jpeg"/><Relationship Id="rId5" Type="http://schemas.openxmlformats.org/officeDocument/2006/relationships/image" Target="../media/image-25-5.jpeg"/><Relationship Id="rId6" Type="http://schemas.openxmlformats.org/officeDocument/2006/relationships/image" Target="../media/image-25-6.jpeg"/><Relationship Id="rId7" Type="http://schemas.openxmlformats.org/officeDocument/2006/relationships/image" Target="../media/image-25-7.jpeg"/><Relationship Id="rId8" Type="http://schemas.openxmlformats.org/officeDocument/2006/relationships/image" Target="../media/image-25-8.jpeg"/><Relationship Id="rId9" Type="http://schemas.openxmlformats.org/officeDocument/2006/relationships/image" Target="../media/image-25-9.jpeg"/><Relationship Id="rId10" Type="http://schemas.openxmlformats.org/officeDocument/2006/relationships/image" Target="../media/image-25-10.jpeg"/><Relationship Id="rId11" Type="http://schemas.openxmlformats.org/officeDocument/2006/relationships/image" Target="../media/image-25-11.jpeg"/><Relationship Id="rId12" Type="http://schemas.openxmlformats.org/officeDocument/2006/relationships/image" Target="../media/image-2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jpeg"/><Relationship Id="rId4" Type="http://schemas.openxmlformats.org/officeDocument/2006/relationships/image" Target="../media/image-26-4.jpeg"/><Relationship Id="rId5" Type="http://schemas.openxmlformats.org/officeDocument/2006/relationships/image" Target="../media/image-26-5.jpeg"/><Relationship Id="rId6" Type="http://schemas.openxmlformats.org/officeDocument/2006/relationships/image" Target="../media/image-26-6.jpeg"/><Relationship Id="rId7" Type="http://schemas.openxmlformats.org/officeDocument/2006/relationships/image" Target="../media/image-26-7.jpeg"/><Relationship Id="rId8" Type="http://schemas.openxmlformats.org/officeDocument/2006/relationships/image" Target="../media/image-26-8.jpeg"/><Relationship Id="rId9" Type="http://schemas.openxmlformats.org/officeDocument/2006/relationships/image" Target="../media/image-26-9.jpeg"/><Relationship Id="rId10" Type="http://schemas.openxmlformats.org/officeDocument/2006/relationships/image" Target="../media/image-26-10.jpeg"/><Relationship Id="rId11" Type="http://schemas.openxmlformats.org/officeDocument/2006/relationships/image" Target="../media/image-26-11.jpeg"/><Relationship Id="rId12" Type="http://schemas.openxmlformats.org/officeDocument/2006/relationships/image" Target="../media/image-26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jpeg"/><Relationship Id="rId3" Type="http://schemas.openxmlformats.org/officeDocument/2006/relationships/image" Target="../media/image-27-3.jpeg"/><Relationship Id="rId4" Type="http://schemas.openxmlformats.org/officeDocument/2006/relationships/image" Target="../media/image-27-4.jpeg"/><Relationship Id="rId5" Type="http://schemas.openxmlformats.org/officeDocument/2006/relationships/image" Target="../media/image-27-5.jpeg"/><Relationship Id="rId6" Type="http://schemas.openxmlformats.org/officeDocument/2006/relationships/image" Target="../media/image-27-6.jpeg"/><Relationship Id="rId7" Type="http://schemas.openxmlformats.org/officeDocument/2006/relationships/image" Target="../media/image-27-7.jpeg"/><Relationship Id="rId8" Type="http://schemas.openxmlformats.org/officeDocument/2006/relationships/image" Target="../media/image-27-8.jpeg"/><Relationship Id="rId9" Type="http://schemas.openxmlformats.org/officeDocument/2006/relationships/image" Target="../media/image-27-9.jpeg"/><Relationship Id="rId10" Type="http://schemas.openxmlformats.org/officeDocument/2006/relationships/image" Target="../media/image-27-10.jpeg"/><Relationship Id="rId11" Type="http://schemas.openxmlformats.org/officeDocument/2006/relationships/image" Target="../media/image-27-11.jpeg"/><Relationship Id="rId12" Type="http://schemas.openxmlformats.org/officeDocument/2006/relationships/image" Target="../media/image-27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image" Target="../media/image-28-4.jpeg"/><Relationship Id="rId5" Type="http://schemas.openxmlformats.org/officeDocument/2006/relationships/image" Target="../media/image-28-5.jpeg"/><Relationship Id="rId6" Type="http://schemas.openxmlformats.org/officeDocument/2006/relationships/image" Target="../media/image-28-6.jpeg"/><Relationship Id="rId7" Type="http://schemas.openxmlformats.org/officeDocument/2006/relationships/image" Target="../media/image-28-7.jpeg"/><Relationship Id="rId8" Type="http://schemas.openxmlformats.org/officeDocument/2006/relationships/image" Target="../media/image-28-8.jpeg"/><Relationship Id="rId9" Type="http://schemas.openxmlformats.org/officeDocument/2006/relationships/image" Target="../media/image-28-9.jpeg"/><Relationship Id="rId10" Type="http://schemas.openxmlformats.org/officeDocument/2006/relationships/image" Target="../media/image-28-10.jpeg"/><Relationship Id="rId11" Type="http://schemas.openxmlformats.org/officeDocument/2006/relationships/image" Target="../media/image-28-11.jpeg"/><Relationship Id="rId12" Type="http://schemas.openxmlformats.org/officeDocument/2006/relationships/image" Target="../media/image-28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image" Target="../media/image-29-3.jpeg"/><Relationship Id="rId4" Type="http://schemas.openxmlformats.org/officeDocument/2006/relationships/image" Target="../media/image-29-4.jpeg"/><Relationship Id="rId5" Type="http://schemas.openxmlformats.org/officeDocument/2006/relationships/image" Target="../media/image-29-5.jpeg"/><Relationship Id="rId6" Type="http://schemas.openxmlformats.org/officeDocument/2006/relationships/image" Target="../media/image-29-6.jpeg"/><Relationship Id="rId7" Type="http://schemas.openxmlformats.org/officeDocument/2006/relationships/image" Target="../media/image-29-7.jpeg"/><Relationship Id="rId8" Type="http://schemas.openxmlformats.org/officeDocument/2006/relationships/image" Target="../media/image-29-8.jpeg"/><Relationship Id="rId9" Type="http://schemas.openxmlformats.org/officeDocument/2006/relationships/image" Target="../media/image-29-9.jpeg"/><Relationship Id="rId10" Type="http://schemas.openxmlformats.org/officeDocument/2006/relationships/image" Target="../media/image-29-10.jpeg"/><Relationship Id="rId11" Type="http://schemas.openxmlformats.org/officeDocument/2006/relationships/image" Target="../media/image-29-11.jpeg"/><Relationship Id="rId12" Type="http://schemas.openxmlformats.org/officeDocument/2006/relationships/image" Target="../media/image-29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image" Target="../media/image-30-3.jpeg"/><Relationship Id="rId4" Type="http://schemas.openxmlformats.org/officeDocument/2006/relationships/image" Target="../media/image-30-4.jpeg"/><Relationship Id="rId5" Type="http://schemas.openxmlformats.org/officeDocument/2006/relationships/image" Target="../media/image-30-5.jpeg"/><Relationship Id="rId6" Type="http://schemas.openxmlformats.org/officeDocument/2006/relationships/image" Target="../media/image-30-6.jpeg"/><Relationship Id="rId7" Type="http://schemas.openxmlformats.org/officeDocument/2006/relationships/image" Target="../media/image-30-7.jpeg"/><Relationship Id="rId8" Type="http://schemas.openxmlformats.org/officeDocument/2006/relationships/image" Target="../media/image-30-8.jpeg"/><Relationship Id="rId9" Type="http://schemas.openxmlformats.org/officeDocument/2006/relationships/image" Target="../media/image-30-9.jpeg"/><Relationship Id="rId10" Type="http://schemas.openxmlformats.org/officeDocument/2006/relationships/image" Target="../media/image-30-10.jpeg"/><Relationship Id="rId11" Type="http://schemas.openxmlformats.org/officeDocument/2006/relationships/image" Target="../media/image-30-11.jpeg"/><Relationship Id="rId12" Type="http://schemas.openxmlformats.org/officeDocument/2006/relationships/image" Target="../media/image-30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image" Target="../media/image-32-3.jpeg"/><Relationship Id="rId4" Type="http://schemas.openxmlformats.org/officeDocument/2006/relationships/image" Target="../media/image-32-4.jpeg"/><Relationship Id="rId5" Type="http://schemas.openxmlformats.org/officeDocument/2006/relationships/image" Target="../media/image-32-5.jpeg"/><Relationship Id="rId6" Type="http://schemas.openxmlformats.org/officeDocument/2006/relationships/image" Target="../media/image-32-6.jpeg"/><Relationship Id="rId7" Type="http://schemas.openxmlformats.org/officeDocument/2006/relationships/image" Target="../media/image-32-7.jpeg"/><Relationship Id="rId8" Type="http://schemas.openxmlformats.org/officeDocument/2006/relationships/image" Target="../media/image-32-8.jpeg"/><Relationship Id="rId9" Type="http://schemas.openxmlformats.org/officeDocument/2006/relationships/image" Target="../media/image-32-9.jpeg"/><Relationship Id="rId10" Type="http://schemas.openxmlformats.org/officeDocument/2006/relationships/image" Target="../media/image-32-10.jpeg"/><Relationship Id="rId11" Type="http://schemas.openxmlformats.org/officeDocument/2006/relationships/image" Target="../media/image-32-11.jpeg"/><Relationship Id="rId12" Type="http://schemas.openxmlformats.org/officeDocument/2006/relationships/image" Target="../media/image-32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image" Target="../media/image-35-3.jpeg"/><Relationship Id="rId4" Type="http://schemas.openxmlformats.org/officeDocument/2006/relationships/image" Target="../media/image-35-4.jpeg"/><Relationship Id="rId5" Type="http://schemas.openxmlformats.org/officeDocument/2006/relationships/image" Target="../media/image-35-5.jpeg"/><Relationship Id="rId6" Type="http://schemas.openxmlformats.org/officeDocument/2006/relationships/image" Target="../media/image-35-6.jpeg"/><Relationship Id="rId7" Type="http://schemas.openxmlformats.org/officeDocument/2006/relationships/image" Target="../media/image-35-7.jpeg"/><Relationship Id="rId8" Type="http://schemas.openxmlformats.org/officeDocument/2006/relationships/image" Target="../media/image-35-8.jpeg"/><Relationship Id="rId9" Type="http://schemas.openxmlformats.org/officeDocument/2006/relationships/image" Target="../media/image-35-9.jpeg"/><Relationship Id="rId10" Type="http://schemas.openxmlformats.org/officeDocument/2006/relationships/image" Target="../media/image-35-10.jpeg"/><Relationship Id="rId11" Type="http://schemas.openxmlformats.org/officeDocument/2006/relationships/image" Target="../media/image-35-11.jpeg"/><Relationship Id="rId12" Type="http://schemas.openxmlformats.org/officeDocument/2006/relationships/image" Target="../media/image-3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950" y="0"/>
            <a:ext cx="916305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2950" y="0"/>
            <a:ext cx="916305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8950"/>
            <a:ext cx="9144000" cy="6877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6838950"/>
            <a:ext cx="9163050" cy="6877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8950" y="6838950"/>
            <a:ext cx="9163050" cy="6877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12950" y="6838950"/>
            <a:ext cx="9163050" cy="6877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696950"/>
            <a:ext cx="9144000" cy="6877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13696950"/>
            <a:ext cx="9163050" cy="6877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8950" y="13696950"/>
            <a:ext cx="9163050" cy="6877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12950" y="13696950"/>
            <a:ext cx="9163050" cy="687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2026-09-26T01:27:23Z</dcterms:created>
  <dcterms:modified xsi:type="dcterms:W3CDTF">2026-09-26T01:27:23Z</dcterms:modified>
</cp:coreProperties>
</file>